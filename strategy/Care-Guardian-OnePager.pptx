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691640"/>
          </a:xfrm>
          <a:prstGeom prst="rect">
            <a:avLst/>
          </a:prstGeom>
          <a:solidFill>
            <a:srgbClr val="1C2B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5943600" y="457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GUARDIAN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21208" y="9326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47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that cannot betray the people it serves.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21208" y="12984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tool for families managing a parent's dementia care.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196596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5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222199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Caregiving and health apps hold the most sensitive data a person has — and quietly harvest, breach, and monetize it. The person in the data has dementia and cannot consent or object.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880360"/>
            <a:ext cx="6766560" cy="713232"/>
          </a:xfrm>
          <a:prstGeom prst="rect">
            <a:avLst/>
          </a:prstGeom>
          <a:solidFill>
            <a:srgbClr val="1C2B3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971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200" kern="0" dirty="0">
                <a:solidFill>
                  <a:srgbClr val="C47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software that is structurally incapable of betraying its users — no server to breach, no data to sell, no telemetry to leak. Not a promise. An architecture.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3840480"/>
            <a:ext cx="160934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9593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7D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6072" y="4389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today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03704" y="3840480"/>
            <a:ext cx="160934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49424" y="39593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8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276856" y="4389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shipped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04488" y="3840480"/>
            <a:ext cx="160934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50208" y="39593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7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977640" y="4389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05272" y="3840480"/>
            <a:ext cx="160934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50992" y="39593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65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678424" y="4389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servers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5029200"/>
            <a:ext cx="457200" cy="457200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148072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78992" y="5010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standard, not just an app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502920" y="5532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Principles for Caregiving Software — nine verifiable principles others can adopt, making Care Guardian the reference others organize around.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069080" y="5029200"/>
            <a:ext cx="457200" cy="457200"/>
          </a:xfrm>
          <a:prstGeom prst="ellipse">
            <a:avLst/>
          </a:prstGeom>
          <a:solidFill>
            <a:srgbClr val="6F8A5F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5148072"/>
            <a:ext cx="219456" cy="21945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645152" y="5010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last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4069080" y="55321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core, free forever. Sustained by optional paid hosting, support, and funded state-by-state content — never by monetizing the data.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02920" y="67208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NEVER BE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02920" y="7013448"/>
            <a:ext cx="347472" cy="347472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63" y="7103791"/>
            <a:ext cx="166787" cy="166787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41832" y="6995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surveillance platform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2788920" y="7013448"/>
            <a:ext cx="347472" cy="347472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9263" y="7103791"/>
            <a:ext cx="166787" cy="166787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227832" y="6995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business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074920" y="7013448"/>
            <a:ext cx="347472" cy="347472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5263" y="7103791"/>
            <a:ext cx="166787" cy="16678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513832" y="6995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Venture-funded with an exit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502920" y="7635240"/>
            <a:ext cx="6766560" cy="18288"/>
          </a:xfrm>
          <a:prstGeom prst="rect">
            <a:avLst/>
          </a:prstGeom>
          <a:solidFill>
            <a:srgbClr val="E4E0D8"/>
          </a:solidFill>
          <a:ln/>
        </p:spPr>
      </p:sp>
      <p:sp>
        <p:nvSpPr>
          <p:cNvPr id="42" name="Text 34"/>
          <p:cNvSpPr/>
          <p:nvPr/>
        </p:nvSpPr>
        <p:spPr>
          <a:xfrm>
            <a:off x="502920" y="774496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D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PARTICIPATE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502920" y="8046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Funders &amp; foundations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548640" y="83667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elder-law &amp; care-manager networks</a:t>
            </a:r>
            <a:endParaRPr lang="en-US" sz="95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flagship pilot partner willing to be a reference</a:t>
            </a:r>
            <a:endParaRPr lang="en-US" sz="95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of the Privacy Principles</a:t>
            </a:r>
            <a:endParaRPr lang="en-US" sz="95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one deliverable: an audit, a state package, a maintainer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4069080" y="8046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Developers &amp; contributors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4114800" y="83667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Co-maintainers — help fix a bus factor of one</a:t>
            </a:r>
            <a:endParaRPr lang="en-US" sz="95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State-package owners for your jurisdiction</a:t>
            </a:r>
            <a:endParaRPr lang="en-US" sz="95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security review</a:t>
            </a:r>
            <a:endParaRPr lang="en-US" sz="95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expertise for elderly, stressed users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0" y="9646920"/>
            <a:ext cx="7772400" cy="411480"/>
          </a:xfrm>
          <a:prstGeom prst="rect">
            <a:avLst/>
          </a:prstGeom>
          <a:solidFill>
            <a:srgbClr val="1C2B30"/>
          </a:solidFill>
          <a:ln/>
        </p:spPr>
      </p:sp>
      <p:sp>
        <p:nvSpPr>
          <p:cNvPr id="48" name="Text 40"/>
          <p:cNvSpPr/>
          <p:nvPr/>
        </p:nvSpPr>
        <p:spPr>
          <a:xfrm>
            <a:off x="502920" y="96469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Open-source · Privacy-first · No data ever leaves the device    ·    </a:t>
            </a:r>
            <a:pPr algn="l" indent="0" marL="0">
              <a:buNone/>
            </a:pPr>
            <a:r>
              <a:rPr lang="en-US" sz="900" dirty="0">
                <a:solidFill>
                  <a:srgbClr val="C47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[your-contact / repo URL]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 Guardian — One Page</dc:title>
  <dc:subject>PptxGenJS Presentation</dc:subject>
  <dc:creator>Care Guardian</dc:creator>
  <cp:lastModifiedBy>Care Guardian</cp:lastModifiedBy>
  <cp:revision>1</cp:revision>
  <dcterms:created xsi:type="dcterms:W3CDTF">2026-05-30T00:24:45Z</dcterms:created>
  <dcterms:modified xsi:type="dcterms:W3CDTF">2026-05-30T00:24:45Z</dcterms:modified>
</cp:coreProperties>
</file>