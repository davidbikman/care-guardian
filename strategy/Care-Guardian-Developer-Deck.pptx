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for builders: this is worth your scarce free time. The tagline is a technical claim — 'no server to betray you' — not a slogan. Promise to back it up.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brief — devs want the how, not a sob story. The point: the conventional client-server architecture makes betrayal the DEFAULT. That's the bug we're fixing at the architecture level.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thesis. No server means nothing to breach, sell, subpoena, or leak. The genuinely interesting engineering is making a real multi-user, syncing app work under that hard constraint.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 engineering credibility here. AES-256-GCM with PBKDF2 key wrapping; keys in localStorage, encrypted data in IndexedDB; sync is end-to-end-encrypted blobs with no backend; single-file React PWA. Be ready to go deeper on any line. (~60s)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read the whole thing tonight — ~4,600 lines, boring stack, no dependency hell. Share the repo link now. Invite them to open an issue with their first impression.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recruiting slide — dwell here. Three genuinely unsolved problems: serverless trust, measuring without surveillance, cryptographic role enforcement. Good developers want hard problems, not CRUD. (~60s)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that contributing won't be miserable. Five audits in the repo, every change build-verified and regression-checked, crypto kept to Web Crypto primitives, limitations documented honestly. (~45s)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contribution scales: state packages. Oregon is the template; each state is a self-contained, low-barrier unit someone local can own. Contributors become invested long-term maintainers. (~45s)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Boring tech on purpose. React, Web Crypto, IndexedDB, Vite/PWA, optional 169-line relay. If you know React and the web platform, you can contribute on day one. No exotic learning curve.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honestly. No exit, no backend to scale, no data to monetize, no framework zoo. You contribute because the mission is right and the problems are interesting — not for a payout.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asks — make each one something a specific person in the room can claim. Co-maintainers (the bus factor is literally one). State-package owners. An external security review. Accessibility expertise. (~45s)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invitation: read the code, pick a problem, own a state. The repo is open and the hard questions are waiting. End warm and direct.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309360" y="146304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PROJECT WORTH YOUR TIME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Guardian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A9B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Privacy-first caregiving software, built without a server to betray you.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for developers &amp; contributors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Caregiving apps harvest the most sensitive data there is.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managing a parent's dementia generates diagnoses, medications, finances, and legal decisions — and feeds them into apps that </a:t>
            </a:r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 vendor servers, run analytics, and become acquisition assets.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data subject can't consent or object.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3D7D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conventional architecture makes betrayal the default. That's the bug we're fixing — at the architecture level.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The problem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there's no server, there's nothing to </a:t>
            </a:r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6F8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breach, sell, subpoena, or leak.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as an architectural property, not a policy promise. The interesting part is making a real, multi-user, syncing app work under that constraint.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The thesis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D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Local-first, encrypted, serverless.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0352" cy="530352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1692372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179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AES-256-GCM at rest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856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(100K) key wrapping. A random DEK wrapped per-passcode. No plaintext on disk, ever.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2359152"/>
            <a:ext cx="530352" cy="530352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2497044"/>
            <a:ext cx="254569" cy="2545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3225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IndexedDB vault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26609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localStorage, encrypted data in IndexedDB. 1–12 GB capacity; persistent-storage requested.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3163824"/>
            <a:ext cx="530352" cy="530352"/>
          </a:xfrm>
          <a:prstGeom prst="ellipse">
            <a:avLst/>
          </a:prstGeom>
          <a:solidFill>
            <a:srgbClr val="C47E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301716"/>
            <a:ext cx="254569" cy="2545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1272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backend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346557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moves end-to-end-encrypted blobs through a shared folder or an optional relay that never sees plaintext.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94360" y="3968496"/>
            <a:ext cx="530352" cy="530352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2" y="4106388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9319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Single-file React PWA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25880" y="427024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~4,600 lines, ~540 KB built. Installable, offline, on any platform.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VAPORWARE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codebase you can read tonight.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892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42316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7D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~4,600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67512" y="310896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single-file React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42032" y="2194560"/>
            <a:ext cx="1892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242316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8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60904" y="310896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35424" y="2194560"/>
            <a:ext cx="1892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42316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7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54296" y="310896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28816" y="2194560"/>
            <a:ext cx="1892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42316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565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47688" y="310896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runtime 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React 18 · Web Crypto · IndexedDB · PWA. No framework lock-in, no build of dependencies to wrestle.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Not vaporware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47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FUN TO WORK 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Genuinely unsolved problems.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" cy="914400"/>
          </a:xfrm>
          <a:prstGeom prst="rect">
            <a:avLst/>
          </a:prstGeom>
          <a:solidFill>
            <a:srgbClr val="C47E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trust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293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Multi-writer sync with no referee. Append-only is safe; mutable records need conflict resolution and — maybe — per-record signing. Open question.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64008" cy="914400"/>
          </a:xfrm>
          <a:prstGeom prst="rect">
            <a:avLst/>
          </a:prstGeom>
          <a:solidFill>
            <a:srgbClr val="C47E3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2432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without surveillance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9535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improve software you've forbidden yourself to instrument? No analytics, by principle.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64008" cy="914400"/>
          </a:xfrm>
          <a:prstGeom prst="rect">
            <a:avLst/>
          </a:prstGeom>
          <a:solidFill>
            <a:srgbClr val="C47E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4845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Cryptographic role enforcement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admin's signature gate privileged changes with no server and no key-management nightmare?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Interesting problems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D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WON'T BE MISERABLE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discipline, in public.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0352" cy="530352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1692372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179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security audits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856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triaged by severity, fixed, and re-verified — the audit docs are in the repo.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2359152"/>
            <a:ext cx="530352" cy="530352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2497044"/>
            <a:ext cx="254569" cy="2545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3225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change build-verified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26609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Transpile-clean, bracket-balanced, regression-checked against prior audits.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3163824"/>
            <a:ext cx="530352" cy="530352"/>
          </a:xfrm>
          <a:prstGeom prst="ellipse">
            <a:avLst/>
          </a:prstGeom>
          <a:solidFill>
            <a:srgbClr val="C47E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301716"/>
            <a:ext cx="254569" cy="2545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1272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kept to Web Crypto primitives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346557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hand-rolled cryptography. AES-GCM, PBKDF2, SHA-256 only.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94360" y="3968496"/>
            <a:ext cx="530352" cy="530352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2" y="4106388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9319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limitations documented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25880" y="427024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down what we can't protect against. No overclaiming.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Engineering discipline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CONTRIBUTION SCALES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packages: own a state, own a piece.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Oregon is the template — ~346 typed sub-tasks with statute citations, Medicaid thresholds, and program details.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D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invites each state to be authored and maintained by someone who knows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7004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944368"/>
            <a:ext cx="475488" cy="475488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3067995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Self-contained packages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lives in structured data, decoupled from app logic.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64992" y="2743200"/>
            <a:ext cx="267004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2944368"/>
            <a:ext cx="475488" cy="475488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787" y="3067995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barrier to a first PR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616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state, fix a citation, improve a parser — bounded, reviewable units.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81344" y="2743200"/>
            <a:ext cx="267004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82512" y="2944368"/>
            <a:ext cx="475488" cy="475488"/>
          </a:xfrm>
          <a:prstGeom prst="ellipse">
            <a:avLst/>
          </a:prstGeom>
          <a:solidFill>
            <a:srgbClr val="C47E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139" y="3067995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Contributors become owners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82512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maintainer for their state, invested for the long run.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Contribution model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D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Boring tech, on purpose.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exotic to learn. If you know React and the web platform, you can contribute on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4203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95728"/>
            <a:ext cx="438912" cy="438912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2509845"/>
            <a:ext cx="210678" cy="2106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2697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component, embedded CSS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2194560"/>
            <a:ext cx="254203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2395728"/>
            <a:ext cx="438912" cy="438912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117" y="2509845"/>
            <a:ext cx="210678" cy="2106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Crypto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977640" y="2697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AES-256-GCM, PBKDF2, SHA-256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943600" y="2194560"/>
            <a:ext cx="254203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2395728"/>
            <a:ext cx="438912" cy="438912"/>
          </a:xfrm>
          <a:prstGeom prst="ellipse">
            <a:avLst/>
          </a:prstGeom>
          <a:solidFill>
            <a:srgbClr val="C47E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597" y="2509845"/>
            <a:ext cx="210678" cy="21067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IndexedDB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675120" y="26974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vault + audit store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429000"/>
            <a:ext cx="254203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3630168"/>
            <a:ext cx="438912" cy="438912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37" y="3744285"/>
            <a:ext cx="210678" cy="21067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 + PWA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280160" y="39319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Installable, offline, ~540 KB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46120" y="3429000"/>
            <a:ext cx="254203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29000" y="3630168"/>
            <a:ext cx="438912" cy="438912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117" y="3744285"/>
            <a:ext cx="210678" cy="21067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7764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3977640" y="39319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Forkable; no proprietary deps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943600" y="3429000"/>
            <a:ext cx="254203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126480" y="3630168"/>
            <a:ext cx="438912" cy="438912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597" y="3744285"/>
            <a:ext cx="210678" cy="21067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 relay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675120" y="393192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169-line, zero-dependency sync server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The stack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47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EXPECTATIONS HONESTLY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isn't.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startup chasing an exit — no equity, no acquisition endgame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514600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334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468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server product — no backend to operate or scale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6499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200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 play — there's nothing to monetize, by design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09651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931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resume-driven framework zoo — boring, legible, maintainable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contribute because the mission is right and the problems are interesting — not for a payout.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NEED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Concrete ways to contribute.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86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01368"/>
            <a:ext cx="457200" cy="457200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202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647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Co-maintainers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211226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ownership of the core. The bus factor is one — help us fix that.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7720" y="1600200"/>
            <a:ext cx="3886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801368"/>
            <a:ext cx="457200" cy="457200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9202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7647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State-package owners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394960" y="211226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and maintain your state's Medicaid &amp; elder-law content.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081528"/>
            <a:ext cx="3886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282696"/>
            <a:ext cx="457200" cy="457200"/>
          </a:xfrm>
          <a:prstGeom prst="ellipse">
            <a:avLst/>
          </a:prstGeom>
          <a:solidFill>
            <a:srgbClr val="C47E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0156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46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review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25880" y="359359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audit from someone credible — doubles as a trust asset.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17720" y="3081528"/>
            <a:ext cx="3886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00600" y="3282696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40156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246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394960" y="359359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users are elderly and stressed. A11y is mission-critical, not optional.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The ask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309360" y="128016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that keeps its promises because it can't break them.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A9B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code. Pick a problem. Own a state. The repo is open and the hard questions are waiting.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 Guardian — Developer Brief</dc:title>
  <dc:subject>PptxGenJS Presentation</dc:subject>
  <dc:creator>Care Guardian</dc:creator>
  <cp:lastModifiedBy>Care Guardian</cp:lastModifiedBy>
  <cp:revision>1</cp:revision>
  <dcterms:created xsi:type="dcterms:W3CDTF">2026-05-30T00:23:51Z</dcterms:created>
  <dcterms:modified xsi:type="dcterms:W3CDTF">2026-05-30T00:23:51Z</dcterms:modified>
</cp:coreProperties>
</file>